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6" y="6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E2761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64-4E38-9033-4EDED11C000F}"/>
              </c:ext>
            </c:extLst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64-4E38-9033-4EDED11C000F}"/>
              </c:ext>
            </c:extLst>
          </c:dPt>
          <c:dPt>
            <c:idx val="2"/>
            <c:invertIfNegative val="0"/>
            <c:bubble3D val="0"/>
            <c:spPr>
              <a:solidFill>
                <a:srgbClr val="3F51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64-4E38-9033-4EDED11C00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Math</c:v>
                </c:pt>
                <c:pt idx="1">
                  <c:v>Science</c:v>
                </c:pt>
                <c:pt idx="2">
                  <c:v>English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70.599999999999994</c:v>
                </c:pt>
                <c:pt idx="1">
                  <c:v>68.900000000000006</c:v>
                </c:pt>
                <c:pt idx="2">
                  <c:v>70.099999999999994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64-4E38-9033-4EDED11C00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5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2F5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349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0E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0E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57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</a:t>
            </a:r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Performance Analysis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Python  &amp;  Power BI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11887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840480"/>
            <a:ext cx="1033272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128016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Suhas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 </a:t>
            </a:r>
            <a:r>
              <a:rPr lang="en-US" sz="1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Doddamani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</a:rPr>
              <a:t>2BA22CS102</a:t>
            </a:r>
          </a:p>
        </p:txBody>
      </p:sp>
      <p:sp>
        <p:nvSpPr>
          <p:cNvPr id="14" name="Text 12"/>
          <p:cNvSpPr/>
          <p:nvPr/>
        </p:nvSpPr>
        <p:spPr>
          <a:xfrm>
            <a:off x="1280160" y="5349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5577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</a:rPr>
              <a:t>CSE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Georgia" pitchFamily="34" charset="0"/>
              </a:rPr>
              <a:t>Basaveshwar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</a:rPr>
              <a:t> Engineering College BGK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5349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2026 - 2027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 2025 - 2026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240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analytics — using data to understand academic performance.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colleges generate large amounts of student data, but rarely turn it into useful insight.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problem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spend hours manually checking marks, attendance and assignments to spot weak students.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for automation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120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+ Power BI pipeline can clean the data, score students and visualize trends in seconds.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1874520"/>
            <a:ext cx="374904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1874520"/>
            <a:ext cx="91440" cy="4297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92440" y="23774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raw student records into clear, automated, decision-ready insights.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9244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goal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3657600" cy="210312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3657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Marks, attendance and assignments are kept in registers and loose spreadsheets.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3657600" cy="210312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874520"/>
            <a:ext cx="3657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consuming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averages and ranks every term takes hours of repetitive work.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874520"/>
            <a:ext cx="3657600" cy="210312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874520"/>
            <a:ext cx="3657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proper tracking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easy way to see how a student is improving or falling behind over 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3657600" cy="210312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06240"/>
            <a:ext cx="3657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480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inconsistency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120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teachers use different formats, leading to duplicates and missing values.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43400" y="4206240"/>
            <a:ext cx="3657600" cy="210312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4206240"/>
            <a:ext cx="3657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3" name="Shape 31"/>
          <p:cNvSpPr/>
          <p:nvPr/>
        </p:nvSpPr>
        <p:spPr>
          <a:xfrm>
            <a:off x="461772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4480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patterns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17720" y="5120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performers and at-risk students are often noticed only after results are out.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4206240"/>
            <a:ext cx="3657600" cy="210312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4206240"/>
            <a:ext cx="3657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9" name="Shape 37"/>
          <p:cNvSpPr/>
          <p:nvPr/>
        </p:nvSpPr>
        <p:spPr>
          <a:xfrm>
            <a:off x="841248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52560" y="4480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decisions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12480" y="5120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dashboards, mentors cannot act early to help struggling students.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011680"/>
            <a:ext cx="36576" cy="4114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01168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calculation of averages, attendance % and ranks with Python scripts.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288036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accuracy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Pandas to clean missing values, remove duplicates and standardize the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74904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human error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4069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in a SQL database — no more conflicting spreadsheets.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461772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data management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4937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cleaned data in SQLite so it can be queried, exported and reused easily.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" y="548640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Decision-ready reports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5806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Power BI to build dashboards for toppers, weak students and subject trends.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63840" y="1874520"/>
            <a:ext cx="374904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 NUMBERS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2468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804672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3657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33" name="Text 31"/>
          <p:cNvSpPr/>
          <p:nvPr/>
        </p:nvSpPr>
        <p:spPr>
          <a:xfrm>
            <a:off x="8046720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analyzed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804672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database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274320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mentors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coordinators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/ academic admin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(read-only view)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874520"/>
            <a:ext cx="274320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874520"/>
            <a:ext cx="27432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storage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274320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87452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51460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Marks, attendance, assignments 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CSV input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desktop pipeline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academic year scope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1874520"/>
            <a:ext cx="274320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874520"/>
            <a:ext cx="27432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72600" y="251460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&amp; multi-year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dashboards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parent view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risk 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530352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103120"/>
            <a:ext cx="4846320" cy="3840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423160"/>
            <a:ext cx="4389120" cy="320040"/>
          </a:xfrm>
          <a:prstGeom prst="rect">
            <a:avLst/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926080"/>
            <a:ext cx="4389120" cy="320040"/>
          </a:xfrm>
          <a:prstGeom prst="rect">
            <a:avLst/>
          </a:prstGeom>
          <a:solidFill>
            <a:srgbClr val="CADCFC">
              <a:alpha val="4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429000"/>
            <a:ext cx="4389120" cy="320040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931920"/>
            <a:ext cx="4389120" cy="320040"/>
          </a:xfrm>
          <a:prstGeom prst="rect">
            <a:avLst/>
          </a:prstGeom>
          <a:solidFill>
            <a:srgbClr val="CADCFC">
              <a:alpha val="4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434840"/>
            <a:ext cx="4389120" cy="320040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937760"/>
            <a:ext cx="4389120" cy="320040"/>
          </a:xfrm>
          <a:prstGeom prst="rect">
            <a:avLst/>
          </a:prstGeom>
          <a:solidFill>
            <a:srgbClr val="CADCFC">
              <a:alpha val="4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spreadsheets &amp; registers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working process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are entered subject-by-subject in spreadsheets. At the end of each term a teacher manually computes averages and identifies toppers and weak students.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Drawbacks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703320"/>
            <a:ext cx="5669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manual calculations every term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typos slip into final reports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consistent source of student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improvement across months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students are identified too late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TOMORROW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11064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10698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automated Python + SQL + Power BI pipeline that cleans student data, scores performance and visualizes results live.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71800"/>
            <a:ext cx="109728" cy="1554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cleaning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removes duplicates and fills missing values automatically.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9718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971800"/>
            <a:ext cx="109728" cy="1554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Average, Performance band and Attendance %.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9718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971800"/>
            <a:ext cx="109728" cy="1554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database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stores cleaned data so any tool can query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09160"/>
            <a:ext cx="109728" cy="1554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303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shows toppers, weak students and trends in real 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70916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4709160"/>
            <a:ext cx="109728" cy="1554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monitoring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303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can act early on struggling students.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70916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709160"/>
            <a:ext cx="109728" cy="1554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0" y="5303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CSV input → entire pipeline reruns in seconds.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210312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21031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1874520"/>
            <a:ext cx="210312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874520"/>
            <a:ext cx="21031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889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libraries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31546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874520"/>
            <a:ext cx="210312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874520"/>
            <a:ext cx="21031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580644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31546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(sqlite3)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1874520"/>
            <a:ext cx="210312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1874520"/>
            <a:ext cx="21031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6948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31546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509760" y="1874520"/>
            <a:ext cx="210312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0" y="1874520"/>
            <a:ext cx="21031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8700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700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0976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92640" y="31546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Terminal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3081528"/>
            <a:ext cx="192024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1752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1920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students.csv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569464" y="3611880"/>
            <a:ext cx="201168" cy="274320"/>
          </a:xfrm>
          <a:prstGeom prst="rtTriangl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96312" y="3712464"/>
            <a:ext cx="1645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2880360" y="3081528"/>
            <a:ext cx="192024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834640" y="301752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3017520"/>
            <a:ext cx="192024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855464" y="3611880"/>
            <a:ext cx="201168" cy="274320"/>
          </a:xfrm>
          <a:prstGeom prst="rtTriangle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82312" y="3712464"/>
            <a:ext cx="1645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3081528"/>
            <a:ext cx="192024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301752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017520"/>
            <a:ext cx="1920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5400000">
            <a:off x="7141464" y="3611880"/>
            <a:ext cx="201168" cy="274320"/>
          </a:xfrm>
          <a:prstGeom prst="rtTriangle">
            <a:avLst/>
          </a:prstGeom>
          <a:solidFill>
            <a:srgbClr val="F96167"/>
          </a:solidFill>
          <a:ln/>
        </p:spPr>
      </p:sp>
      <p:sp>
        <p:nvSpPr>
          <p:cNvPr id="27" name="Shape 25"/>
          <p:cNvSpPr/>
          <p:nvPr/>
        </p:nvSpPr>
        <p:spPr>
          <a:xfrm>
            <a:off x="7068312" y="3712464"/>
            <a:ext cx="1645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3081528"/>
            <a:ext cx="192024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406640" y="301752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3017520"/>
            <a:ext cx="192024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rot="5400000">
            <a:off x="9427464" y="3611880"/>
            <a:ext cx="201168" cy="274320"/>
          </a:xfrm>
          <a:prstGeom prst="rtTriangle">
            <a:avLst/>
          </a:prstGeom>
          <a:solidFill>
            <a:srgbClr val="F96167"/>
          </a:solidFill>
          <a:ln/>
        </p:spPr>
      </p:sp>
      <p:sp>
        <p:nvSpPr>
          <p:cNvPr id="34" name="Shape 32"/>
          <p:cNvSpPr/>
          <p:nvPr/>
        </p:nvSpPr>
        <p:spPr>
          <a:xfrm>
            <a:off x="9354312" y="3712464"/>
            <a:ext cx="1645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5" name="Shape 33"/>
          <p:cNvSpPr/>
          <p:nvPr/>
        </p:nvSpPr>
        <p:spPr>
          <a:xfrm>
            <a:off x="9738360" y="3081528"/>
            <a:ext cx="192024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6" name="Shape 34"/>
          <p:cNvSpPr/>
          <p:nvPr/>
        </p:nvSpPr>
        <p:spPr>
          <a:xfrm>
            <a:off x="9692640" y="301752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92640" y="3017520"/>
            <a:ext cx="1920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96926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926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flows linearly: raw CSV → Python cleaning → SQL storage → Power BI visualization → end user.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5532120"/>
            <a:ext cx="2697480" cy="6400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577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CSV file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360420" y="5532120"/>
            <a:ext cx="2697480" cy="6400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97580" y="5577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9758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+ Pandas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172200" y="5532120"/>
            <a:ext cx="2697480" cy="6400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5577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table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983980" y="5532120"/>
            <a:ext cx="2697480" cy="6400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21140" y="5577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12114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BUILDING BLOCKS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of the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904488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6459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student records from students.csv (marks, attendance, assignments).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904488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406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2971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duplicates, fill missing values with column means using Pandas.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8745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3904488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354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971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Average column and Performance label (Topper / Average / Weak).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6236208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43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64592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Storage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cleaned data to SQLite via database.py for SQL queries.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6236208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343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44068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26280" y="5303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 BI dashboard for toppers, weak students and subject trends.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6236208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4343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923544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Support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5303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view the dashboard and take action for at-risk students.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5943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5943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 (table)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943600" cy="365760"/>
          </a:xfrm>
          <a:prstGeom prst="rect">
            <a:avLst/>
          </a:prstGeom>
          <a:solidFill>
            <a:srgbClr val="F2F5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943600" cy="374904"/>
          </a:xfrm>
          <a:prstGeom prst="rect">
            <a:avLst/>
          </a:prstGeom>
          <a:solidFill>
            <a:srgbClr val="F2F5F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43200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74320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74320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118104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11810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11810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5943600" cy="374904"/>
          </a:xfrm>
          <a:prstGeom prst="rect">
            <a:avLst/>
          </a:prstGeom>
          <a:solidFill>
            <a:srgbClr val="F2F5F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9300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49300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493008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marks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867912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386791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386791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marks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42816"/>
            <a:ext cx="5943600" cy="374904"/>
          </a:xfrm>
          <a:prstGeom prst="rect">
            <a:avLst/>
          </a:prstGeom>
          <a:solidFill>
            <a:srgbClr val="F2F5FF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42816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42428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4242816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marks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617720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461772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0" y="461772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992624"/>
            <a:ext cx="5943600" cy="374904"/>
          </a:xfrm>
          <a:prstGeom prst="rect">
            <a:avLst/>
          </a:prstGeom>
          <a:solidFill>
            <a:srgbClr val="F2F5FF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992624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51760" y="49926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23360" y="499262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536752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536752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23360" y="5367528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Python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742432"/>
            <a:ext cx="5943600" cy="374904"/>
          </a:xfrm>
          <a:prstGeom prst="rect">
            <a:avLst/>
          </a:prstGeom>
          <a:solidFill>
            <a:srgbClr val="F2F5FF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742432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51760" y="574243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023360" y="574243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Topper / Average / Weak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65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approach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6656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input </a:t>
            </a: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cleaned with Pandas, then written to a single SQLite table named </a:t>
            </a: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</a:t>
            </a: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df.to_sql()</a:t>
            </a: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66560" y="3291840"/>
            <a:ext cx="48463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7665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columns  •  1 row per student  •  Primary key: Student_ID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6656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link to attendance_log, assignment_log via Student_ID for richer relationships.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66560" y="4937760"/>
            <a:ext cx="4846320" cy="123444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4937760"/>
            <a:ext cx="91440" cy="1234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4" name="Text 52"/>
          <p:cNvSpPr/>
          <p:nvPr/>
        </p:nvSpPr>
        <p:spPr>
          <a:xfrm>
            <a:off x="694944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SQLite?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94944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file-based and built into Python — perfect for an academic project pipeline.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Termly reports generated in seconds instead of hours of manual work.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with no duplicates or missing values means trustworthy reports.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Improved monitoring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instantly see who is a Topper, Average or Weak performer.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effort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5212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focus on teaching, not on data wrangling.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874520"/>
            <a:ext cx="4937760" cy="429768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insight from the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Subject-wise average (8 students)</a:t>
            </a:r>
            <a:endParaRPr lang="en-US" sz="14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858000" y="2743200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app for parents and students to view their performance.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pipeline &amp; dashboard to Azure / AWS for anywhere access.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8745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predictions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predict at-risk students before exams.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0020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/ SMS alerts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 mentors when a student's score drops sharply.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4480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9496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Multi-class support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1772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handle multiple departments and academic years.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4480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897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→ Power BI Service refresh for real-time analytics.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54864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640080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shows how a simple Python + SQL + Power BI pipeline can replace tedious manual work and turn raw student data into clear, actionable insights for teachers, mentors and management.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Summary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920240"/>
            <a:ext cx="4480560" cy="91440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9202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real, daily pain point in academic data handling.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2971800"/>
            <a:ext cx="4480560" cy="91440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97180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works for 8 students or 8,000 — only the CSV grows.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4023360"/>
            <a:ext cx="4480560" cy="91440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402336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Industry-relevant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434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data engineering + BI patterns used in real companies.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5074920"/>
            <a:ext cx="4480560" cy="914400"/>
          </a:xfrm>
          <a:prstGeom prst="rect">
            <a:avLst/>
          </a:prstGeom>
          <a:solidFill>
            <a:srgbClr val="F2F5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507492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5166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5486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 = better support for students who need it most.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Phase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E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0"/>
            <a:ext cx="6400800" cy="6400800"/>
          </a:xfrm>
          <a:prstGeom prst="ellipse">
            <a:avLst/>
          </a:prstGeom>
          <a:solidFill>
            <a:srgbClr val="0E1A45"/>
          </a:solidFill>
          <a:ln/>
        </p:spPr>
      </p:sp>
      <p:sp>
        <p:nvSpPr>
          <p:cNvPr id="4" name="Shape 2"/>
          <p:cNvSpPr/>
          <p:nvPr/>
        </p:nvSpPr>
        <p:spPr>
          <a:xfrm>
            <a:off x="5916168" y="118872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 YOU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5440680" y="4297680"/>
            <a:ext cx="1280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572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SUHAS   |   Student Performance Analysis using Python &amp; Power BI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suhasdoddamani@gmail.com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1316</Words>
  <Application>Microsoft Office PowerPoint</Application>
  <PresentationFormat>Widescreen</PresentationFormat>
  <Paragraphs>321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 using Python and Power BI</dc:title>
  <dc:subject>PptxGenJS Presentation</dc:subject>
  <dc:creator>Sanjana</dc:creator>
  <cp:lastModifiedBy>Dell</cp:lastModifiedBy>
  <cp:revision>2</cp:revision>
  <dcterms:created xsi:type="dcterms:W3CDTF">2026-05-02T11:25:16Z</dcterms:created>
  <dcterms:modified xsi:type="dcterms:W3CDTF">2026-05-02T11:44:26Z</dcterms:modified>
</cp:coreProperties>
</file>